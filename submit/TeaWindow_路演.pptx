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开场：一杯西湖龙井取决于短短几天的采摘窗口，而气候正在打乱它。我们做的是让信号变成地块级行动。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证据来自公开报道与官方统计：2010 冻害 17 亿、西湖区近 3 成受冻；2020/2022 约 5000 亩灼伤；2024 杭州高温 60 天。强调“问题真实、可核验”。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用户每天只问三件事：今天有风险吗、是什么风险、该采还是该防。痛点是信号分散，难落到地块。边界：决策辅助、以官方预警为准。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讲清数据双源（Open-Meteo 历史 + MET Norway 预报，限流自动回退）、指标引擎、GBDT 复合风险、透明规则与白话建议；强调“LLM 只润色、规则兜底”。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讲清为什么单阈值不够：霜冻×高温×干旱×物候交互。给出留出年 AUC 0.998/F1 0.85 vs 单阈值 0.78/0.50，并明确这是弱标签复现、不等于田间精度。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从预测走到决策：采摘排班 + 期望效用（抢采/等待/防护）+ 价值闭环与天气指数保险 + 地块级霜冻易感。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现场演示：打开在线 Demo，点顶部“智能问答”提问，展示多维复合提问分项作答、JSON/表格跨轮一致；再点“扫码分享”看二维码。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地块级：演示地形风险图 → 点选任意位置自动生成该点数据 → 生成可打印体检卡 → 追问“未来 3 天怎么管”；说明多站传感器接口。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三步演示：① 打开地形风险图选图层 ② 点任意位置出数据 ③ 点“地块体检卡”打印，或追问“未来 3 天怎么管”；入口在首页顶部“地块风险图”。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验证：春霜 357 天 MAE 1.32℃(CI 1.21–1.43) vs 持续法 2.08℃；POD 0.709/FAR 0/CSI 0.709；事件回测 7/7。下一步冻结版本+地块级传感器+正负田间记录。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运行与合规：在线/静态双形态；本地 uvicorn 或离线单页双击即开；数据全部公开免密钥；代码 MIT、数据文档 CC BY 4.0。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收尾：One Place · One Climate Problem · One AI Solution。给出在线/静态/仓库三个地址。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Microsoft YaHei"/>
              </a:rPr>
              <a:t>梅坞采候 TeaWindow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Microsoft YaHei"/>
              </a:rPr>
              <a:t>AI4Climate 赛道 01 · 气候智能茶园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Microsoft YaHei"/>
              </a:rPr>
              <a:t>• 面向杭州梅家坞西湖龙井核心产区（30.21°N, 120.10°E）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把「倒春寒 × 高温 × 干旱」变成可执行的地块级判断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One Place · One Climate Problem ·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问题与证据：真实且可核验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约 70% 茶园为早芽、抗旱弱的龙井43号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2010 浙江冻害：约 150 万亩、损失约 17 亿元（西湖区近 3 成受冻、推迟约 10 天）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2020/2022 西湖区约 5000 亩高温灼伤；2024 杭州高温 60 天（破纪录）</a:t>
            </a:r>
          </a:p>
        </p:txBody>
      </p:sp>
      <p:pic>
        <p:nvPicPr>
          <p:cNvPr id="6" name="Picture 5" descr="fig_year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用户与痛点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用户：茶农 / 采茶队 / 合作社 / 茶企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每天三问：今天有风险吗？是什么风险？该采还是该防？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痛点：气象·遥感·土壤·地形信号分散，难以落到地块级行动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边界：决策辅助，需人工复核、以官方预警为准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方案架构：把信号变成行动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输入：Open-Meteo ERA5 历史 + MET Norway 预报（双源互备）· NDVI · 地形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指标引擎：积温/霜冻/倒春寒/高温/干旱/连阴雨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模型：numpy GBDT 复合风险 → 透明规则采摘适宜度与最佳窗口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输出：茶农白话行动建议（离线/在线双形态）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1685979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AI 为什么必要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单阈值（如仅 Tmin）无法刻画「霜冻×高温×干旱×物候」交互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留出年 2024–2025：AUC 0.998 / F1 0.85 vs 单阈值 0.78 / 0.50（弱标签复现）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集合预报给不确定性区间；地形 + NDVI 做地块级解释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明确：弱标签 ≠ 田间精度</a:t>
            </a:r>
          </a:p>
        </p:txBody>
      </p:sp>
      <p:pic>
        <p:nvPicPr>
          <p:cNvPr id="6" name="Picture 5" descr="fig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704088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从预测到决策（新颖点）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采摘调度排班 + 决策论期望效用（抢采 / 等待 / 防护）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价值闭环：预期损失 / 保费；天气指数保险（地块级定价）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地块级霜冻易感（地形/坡向）</a:t>
            </a:r>
          </a:p>
        </p:txBody>
      </p:sp>
      <p:pic>
        <p:nvPicPr>
          <p:cNvPr id="6" name="Picture 5" descr="fig_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在线演示 + 自研问答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实时 https://teawindow.onrender.com/ ；静态 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自研问答：ONNX 意图 + 事实接地 + 来源链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多维复合提问分项作答 · JSON/表格跨轮一致 · 任务引用与记忆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运行闭环：3h 刷新 + 漂移检测 + 过期降级 + 告警（钉钉加签真实送达）</a:t>
            </a:r>
          </a:p>
        </p:txBody>
      </p:sp>
      <p:pic>
        <p:nvPicPr>
          <p:cNvPr id="6" name="Picture 5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6437376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地块级落地：新增功能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① 地块风险图：DEM 山体阴影 + 等高线/比例尺/指北针，实时叠加 综合/霜冻/高温/干旱（60s 刷新）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② 点选即生成数据：任意位置 → 海拔/坡度/坡向 + 下推 Tmin/Tmax + 风险 R + 建议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③ 可打印「地块体检卡」：当日风险 + 未来 3 天 + 来源链（可存 PDF）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④ 地块多日问答：问「这块地未来/最近 3 天怎么管」→ 逐日 Tmin/Tmax/雨/R/等级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⑤ 多站传感器：登记任意 station_id + 地块坐标，地图显示站点标记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怎么用：3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第 1 步 打开「地块风险图」：选择图层（综合/霜冻/高温/干旱）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第 2 步 点任意位置：右侧自动生成该点数据（海拔/坡向/下推 Tmin·Tmax/风险 R/建议）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第 3 步 追问或出卡：点「用问答追问」问「这块地未来 3 天怎么管」，或点「地块体检卡」打印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入口：/terrain.html ｜ 体检卡示例：/plot_report.html?lat=30.2215&amp;lon=120.1000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验证与路线图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春霜 357 天：Tmin MAE 1.32℃(CI 1.21–1.43) vs 持续法 2.08℃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1/3/7 天 MAE 0.49/0.67/0.91℃；POD 0.709 / FAR 0 / CSI 0.709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事件回测 7/7；下一步：冻结版本 + 地块级传感器 + 正/负田间记录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90 天真实场景验证计划；决策辅助，不替代官方预警</a:t>
            </a:r>
          </a:p>
        </p:txBody>
      </p:sp>
      <p:pic>
        <p:nvPicPr>
          <p:cNvPr id="6" name="Picture 5" descr="fig_back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358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Microsoft YaHei"/>
              </a:rPr>
              <a:t>如何运行与合规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在线：https://teawindow.onrender.com/ ；静态：https://eric2007-sudo.github.io/TeaWindow/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本地：uvicorn src.serve:app ；离线单页：web/index.html 双击即开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数据：Open-Meteo ERA5 历史 + MET Norway 预报（双源）· NASA GIBS NDVI · Sentinel-2 · DEM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Microsoft YaHei"/>
              </a:rPr>
              <a:t>• 许可：代码 MIT · 数据/文档 CC BY 4.0；决策辅助，不替代官方预警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Microsoft YaHei"/>
              </a:rPr>
              <a:t>ONE PLACE · ONE CLIMATE PROBLEM · ONE AI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Microsoft YaHei"/>
              </a:rPr>
              <a:t>梅坞采候 TeaWindow ｜ 让 AI 走进真实茶园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Microsoft YaHei"/>
              </a:rPr>
              <a:t>• 在线 https://teawindow.onrender.com/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静态 https://eric2007-sudo.github.io/TeaWindow/</a:t>
            </a:r>
          </a:p>
          <a:p>
            <a:r>
              <a:rPr sz="1500">
                <a:solidFill>
                  <a:srgbClr val="9FB4C6"/>
                </a:solidFill>
                <a:latin typeface="Microsoft YaHei"/>
              </a:rPr>
              <a:t>• 仓库 https://github.com/Eric2007-sudo/TeaWindow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