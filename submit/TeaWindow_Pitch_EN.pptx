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a good cup of West Lake Longjing depends on a few days of harvest window, and climate is disrupting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is public and citable: 2010 losses ~RMB 1.7bn; 2020/2022 ~5,000 mu heat damage; 2024 Hangzhou 60 high-temp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daily questions: risk today? which risk? harvest or protect? Signals are scattered; decision support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Dual-source weather (Open-Meteo history + MET Norway forecast with fallback), indicator engine, GBDT compound risk, transparent rules; LLM is optional rephrasing with rule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threshold cannot capture frost x heat x drought x stage interactions. Held-out AUC 0.998/F1 0.85 vs 0.78/0.50; explicitly weak-label, not field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prediction to decisions: scheduling + expected utility (pick/wait/protect) + value/insurance + plot-level frost susceptibility.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open the site, click In-house QA, ask a multi-part question, then show the QR share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Validation: 357-day spring frost MAE 1.32C vs 2.08C persistence; POD 0.709/FAR 0/CSI 0.709; 7/7 backtest. Next: frozen versions + plot sensors + field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&amp; compliance: live/static forms; local uvicorn or offline single page; all data public and key-free; code MIT, data/docs CC BY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tagline and the three links (live/static/repo).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8EEF3"/>
                </a:solidFill>
                <a:latin typeface="Segoe UI"/>
              </a:rPr>
              <a:t>TeaWindow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9FB4C6"/>
                </a:solidFill>
                <a:latin typeface="Segoe UI"/>
              </a:rPr>
              <a:t>AI4Climate · Climate-smart tea farming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FB4C6"/>
                </a:solidFill>
                <a:latin typeface="Segoe UI"/>
              </a:rPr>
              <a:t>• Meijiawu, West Lake Longjing core area (30.21N, 120.10E)</a:t>
            </a:r>
          </a:p>
          <a:p>
            <a:r>
              <a:rPr sz="1500">
                <a:solidFill>
                  <a:srgbClr val="9FB4C6"/>
                </a:solidFill>
                <a:latin typeface="Segoe UI"/>
              </a:rPr>
              <a:t>• Turning late frost x heat x drought into plot-level action</a:t>
            </a:r>
          </a:p>
          <a:p>
            <a:r>
              <a:rPr sz="1500">
                <a:solidFill>
                  <a:srgbClr val="9FB4C6"/>
                </a:solidFill>
                <a:latin typeface="Segoe UI"/>
              </a:rPr>
              <a:t>• One Place - One Climate Problem - One 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Segoe UI"/>
              </a:rPr>
              <a:t>Problem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~70% of gardens grow early-budding, drought-sensitive Longjing 43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2010 Zhejiang cold event: ~1.5M mu, ~RMB 1.7bn losses (~30% of West Lake gardens hit, ~10-day delay)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2020/2022: ~5,000 mu heat damage; 2024 Hangzhou 60 high-temp days (record)</a:t>
            </a:r>
          </a:p>
        </p:txBody>
      </p:sp>
      <p:pic>
        <p:nvPicPr>
          <p:cNvPr id="6" name="Picture 5" descr="fig_year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Segoe UI"/>
              </a:rPr>
              <a:t>Users &amp; pain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Farmers, harvesting teams, cooperatives, tea enterprises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Three daily questions: risk today? which risk? harvest or protect?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Signals (weather/vegetation/terrain/soil) are scattered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Decision support only; respects official warnings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Segoe UI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Input: Open-Meteo ERA5 history + MET Norway forecast (dual-source), NDVI, terrain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Indicator engine: GDD, frost, cold spells, heat, drought, prolonged rain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Model: numpy GBDT compound risk -&gt; transparent rules for suitability &amp; windows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Output: plain-language actions (offline/online)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1685979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Segoe UI"/>
              </a:rPr>
              <a:t>Why AI is necessary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A single threshold (e.g. Tmin) misses frost x heat x drought x stage interactions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Held-out 2024-2025: AUC 0.998 / F1 0.85 vs single-threshold 0.78 / 0.50 (weak-label)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Ensemble gives uncertainty; terrain + NDVI give plot-level context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Weak-label evaluation is not field accuracy</a:t>
            </a:r>
          </a:p>
        </p:txBody>
      </p:sp>
      <p:pic>
        <p:nvPicPr>
          <p:cNvPr id="6" name="Picture 5" descr="fig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70408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Segoe UI"/>
              </a:rPr>
              <a:t>From prediction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Harvest scheduling + decision-theoretic expected utility (pick/wait/protect)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Value loop: expected loss / premium; weather-index insurance (plot-level)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Plot-level frost susceptibility from terrain</a:t>
            </a:r>
          </a:p>
        </p:txBody>
      </p:sp>
      <p:pic>
        <p:nvPicPr>
          <p:cNvPr id="6" name="Picture 5" descr="fig_insur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Segoe UI"/>
              </a:rPr>
              <a:t>Live demo + in-house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Live https://teawindow.onrender.com/ ; Static https://eric2007-sudo.github.io/TeaWindow/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In-house QA: ONNX intent + grounded generation + provenance chain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Multi-part questions, JSON/table cross-turn consistency, task reference &amp; memory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Ops loop: 3h refresh + drift check + stale degradation + real DingTalk alerts</a:t>
            </a:r>
          </a:p>
        </p:txBody>
      </p:sp>
      <p:pic>
        <p:nvPicPr>
          <p:cNvPr id="6" name="Picture 5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6437376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Segoe UI"/>
              </a:rPr>
              <a:t>Validation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Spring frost 357 days: Tmin MAE 1.32C (CI 1.21-1.43) vs 2.08C persistence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1/3/7-day MAE 0.49/0.67/0.91C; POD 0.709 / FAR 0 / CSI 0.709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Event backtest 7/7; next: frozen versions + plot sensors + positive/negative field reports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90-day field pilot; decision support only</a:t>
            </a:r>
          </a:p>
        </p:txBody>
      </p:sp>
      <p:pic>
        <p:nvPicPr>
          <p:cNvPr id="6" name="Picture 5" descr="fig_back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43586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Segoe UI"/>
              </a:rPr>
              <a:t>Run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Live: https://teawindow.onrender.com/ ; Static: https://eric2007-sudo.github.io/TeaWindow/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Local: uvicorn src.serve:app ; Offline single-page: web/index.html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Data: Open-Meteo ERA5 history + MET Norway forecast (dual-source), NASA GIBS NDVI, Sentinel-2, DEM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Segoe UI"/>
              </a:rPr>
              <a:t>• License: code MIT, data/docs CC BY 4.0; decision support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8EEF3"/>
                </a:solidFill>
                <a:latin typeface="Segoe UI"/>
              </a:rPr>
              <a:t>ONE PLACE - ONE CLIMATE PROBLEM - ONE AI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9FB4C6"/>
                </a:solidFill>
                <a:latin typeface="Segoe UI"/>
              </a:rPr>
              <a:t>TeaWindow - bringing AI to real tea gardens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FB4C6"/>
                </a:solidFill>
                <a:latin typeface="Segoe UI"/>
              </a:rPr>
              <a:t>• Live https://teawindow.onrender.com/</a:t>
            </a:r>
          </a:p>
          <a:p>
            <a:r>
              <a:rPr sz="1500">
                <a:solidFill>
                  <a:srgbClr val="9FB4C6"/>
                </a:solidFill>
                <a:latin typeface="Segoe UI"/>
              </a:rPr>
              <a:t>• Static https://eric2007-sudo.github.io/TeaWindow/</a:t>
            </a:r>
          </a:p>
          <a:p>
            <a:r>
              <a:rPr sz="1500">
                <a:solidFill>
                  <a:srgbClr val="9FB4C6"/>
                </a:solidFill>
                <a:latin typeface="Segoe UI"/>
              </a:rPr>
              <a:t>• Repo https://github.com/Eric2007-sudo/TeaWindow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