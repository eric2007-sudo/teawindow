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Hook: a good cup of West Lake Longjing depends on a few days of harvest window, and climate is disrupting it.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Evidence is public and citable: 2010 losses ~RMB 1.7bn; 2020/2022 ~5,000 mu heat damage; 2024 Hangzhou 60 high-temp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daily questions: risk today? which risk? harvest or protect? Signals are scattered; decision support only.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Dual-source weather (Open-Meteo history + MET Norway forecast with fallback), indicator engine, GBDT compound risk, transparent rules; LLM is optional rephrasing with rule fallback.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One threshold cannot capture frost x heat x drought x stage interactions. Held-out AUC 0.998/F1 0.85 vs 0.78/0.50; explicitly weak-label, not field accuracy.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From prediction to decisions: scheduling + expected utility (pick/wait/protect) + value/insurance + plot-level frost susceptibility.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Live demo: open the site, click In-house QA, ask a multi-part question, then show the QR share page.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Plot level: terrain risk map -&gt; click a spot -&gt; auto-generated plot data -&gt; printable health card; mention the multi-station sensor API.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steps: open the terrain map and pick a layer; click a spot to generate data; open the plot health card to print or ask for the next 3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Validation: 357-day spring frost MAE 1.32C vs 2.08C persistence; POD 0.709/FAR 0/CSI 0.709; 7/7 backtest. Next: frozen versions + plot sensors + field reports.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 &amp; compliance: live/static forms; local uvicorn or offline single page; all data public and key-free; code MIT, data/docs CC BY 4.0.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Close with the tagline and the three links (live/static/repo).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· Climate-smart tea farming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Meijiawu, West Lake Longjing core area (30.21N, 120.10E)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Turning late frost x heat x drought into plot-level action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One Place - One Climate Problem -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Problem &amp; evidence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~70% of gardens grow early-budding, drought-sensitive Longjing 43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2010 Zhejiang cold event: ~1.5M mu, ~RMB 1.7bn losses (~30% of West Lake gardens hit, ~10-day delay)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2020/2022: ~5,000 mu heat damage; 2024 Hangzhou 60 high-temp days (record)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Users &amp; pain point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Farmers, harvesting teams, cooperatives, tea enterprises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Three daily questions: risk today? which risk? harvest or protect?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Signals (weather/vegetation/terrain/soil) are scattered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Decision support only; respects official warnings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Solution architecture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Input: Open-Meteo ERA5 history + MET Norway forecast (dual-source), NDVI, terrain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Indicator engine: GDD, frost, cold spells, heat, drought, prolonged rain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Model: numpy GBDT compound risk -&gt; transparent rules for suitability &amp; windows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Output: plain-language actions (offline/online)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Why AI is necessary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A single threshold (e.g. Tmin) misses frost x heat x drought x stage interactions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Held-out 2024-2025: AUC 0.998 / F1 0.85 vs single-threshold 0.78 / 0.50 (weak-label)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Ensemble gives uncertainty; terrain + NDVI give plot-level context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Weak-label evaluation is not field accuracy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From prediction to decisions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Harvest scheduling + decision-theoretic expected utility (pick/wait/protect)</a:t>
            </a:r>
            <a:endParaRPr lang="en-US" sz="1100"/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Value loop: expected loss / premium; weather-index insurance (plot-level)</a:t>
            </a:r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Plot-level frost susceptibility from terrain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Live demo + in-house QA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 ; Static https://eric2007-sudo.github.io/TeaWindow/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In-house QA: ONNX intent + grounded generation + provenance chain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Multi-part questions, JSON/table cross-turn consistency, task reference &amp; memory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Ops loop: 3h refresh + drift check + stale degradation + real DingTalk alerts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Plot-level: what's new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1) Terrain risk map: DEM hillshade + contours/scale/north arrow; live layers (composite/frost/heat/drought, 60s)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2) Click-to-data: any spot -&gt; elevation/slope/aspect + downscaled Tmin/Tmax + risk R + advice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3) Printable plot health card: today + 3-day outlook + provenance (save as PDF)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4) Multi-day plot Q&amp;A: 'how to manage this plot for the next N days' -&gt; daily Tmin/Tmax/rain/R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5) Multi-station sensors: register any station_id + plot coordinates; markers on the map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How to use: 3 steps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1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Open the terrain risk map and pick a layer (composite/frost/heat/drought)</a:t>
            </a:r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2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Click any spot: plot data is generated automatically (elevation/aspect/downscaled Tmin-Tmax/risk R/advice)</a:t>
            </a:r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3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Ask or export: 'how to manage this plot for 3 days', or open the plot health card to print</a:t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Links: /terrain.html | plot card: 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Validation &amp; roadmap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Spring frost 357 days: Tmin MAE 1.32C (CI 1.21-1.43) vs 2.08C persistence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1/3/7-day MAE 0.49/0.67/0.91C; POD 0.709 / FAR 0 / CSI 0.709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Event backtest 7/7; next: frozen versions + plot sensors + positive/negative field reports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90-day field pilot; decision support only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Run &amp; compliance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Live: https://teawindow.onrender.com/ ; Static: 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Local: uvicorn src.serve:app ; Offline single-page: web/index.html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Data: Open-Meteo ERA5 history + MET Norway forecast (dual-source), NASA GIBS NDVI, Sentinel-2,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License: code MIT, data/docs CC BY 4.0; decision support only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CLIMATE PROBLEM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AI SOLUTION</a:t>
            </a:r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TeaWindow - bringing AI to real tea gardens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</a:t>
            </a:r>
            <a:endParaRPr lang="en-US" sz="1100"/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Static https://eric2007-sudo.github.io/TeaWindow/</a:t>
            </a:r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Repo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