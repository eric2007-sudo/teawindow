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7" y="8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Hook: a good cup of West Lake Longjing depends on a few days of harvest window, and climate is disrupting it.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Evidence is public and citable: 2010 losses ~RMB 1.7bn; 2020/2022 ~5,000 mu heat damage; 2024 Hangzhou 60 high-temp days.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daily questions: risk today? which risk? harvest or protect? Signals are scattered; decision support only.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Dual-source weather (Open-Meteo history + MET Norway forecast with fallback), indicator engine, GBDT compound risk, transparent rules; LLM is optional rephrasing with rule fallback.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threshold cannot capture frost x heat x drought x stage interactions. Held-out AUC 0.998/F1 0.85 vs 0.78/0.50; explicitly weak-label, not field accuracy.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prediction to decisions: scheduling + expected utility (pick/wait/protect) + value/insurance + plot-level frost susceptibility.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Live demo: open the site, click In-house QA, ask a multi-part question, then show the QR share page.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Plot level: terrain risk map -&gt; click a spot -&gt; auto-generated plot data -&gt; printable health card; mention the multi-station sensor API.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steps: open the terrain map and pick a layer; click a spot to generate data; open the plot health card to print or ask for the next 3 days.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Validation: 357-day spring frost MAE 1.32C vs 2.08C persistence; POD 0.709/FAR 0/CSI 0.709; 7/7 backtest. Next: frozen versions + plot sensors + field reports.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&amp; compliance: live/static forms; local uvicorn or offline single page; all data public and key-free; code MIT, data/docs CC BY 4.0.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512763"/>
            <a:ext cx="455612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 with the tagline and the three links (live/static/repo).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923172-30A8-4FB2-9EA4-9EB2F3C79CDE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A0D18E4-8C7D-4A98-A4AA-AB35F8264F2A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7297971C-AB6A-429D-BBE8-D3A794631B6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0F0D46-4672-4683-AFDE-CB5A35DB8F26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FC1AA245-E1BC-4493-9558-CAD2688E662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2B03D3D-E48F-4C32-81A3-9B81BC2B98D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1229CEBB-B68E-4147-A8A0-1D86C5ABE3C2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D3A00FDC-A48D-4317-BFDF-5CF6FB873F83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8345E17-9FE0-47B7-A5EE-8A99EAC6DA29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05900706-BEF8-43E2-A4CF-07840DFE0825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CD4C8097-E559-4D7F-BA01-6ACD9E4B7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137746A-5FBD-476C-8F2B-956B1D97E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387600"/>
            <a:ext cx="76200" cy="16764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371600" y="2311400"/>
            <a:ext cx="9906000" cy="965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TeaWindow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371600" y="3378200"/>
            <a:ext cx="990600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AI4Climate · Climate-smart tea farming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371600" y="4267200"/>
            <a:ext cx="9398000" cy="165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Meijiawu, West Lake Longjing core area (30.21N, 120.10E)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Turning late frost x heat x drought into plot-level action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One Place - One Climate Problem - One 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Problem &amp; evidence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32000"/>
            <a:ext cx="5207000" cy="381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 dirty="0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~70% of gardens grow early-budding, drought-sensitive Longjing 43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2010 Zhejiang cold event: ~1.5M mu, ~RMB 1.7bn losses (~30% of West Lake gardens hit, ~10-day delay)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2020/2022: ~5,000 mu heat damage; 2024 Hangzhou 60 high-temp days (record)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Users &amp; pain point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Farmers, harvesting teams, cooperatives, tea enterprises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Three daily questions: risk today? which risk? harvest or protect?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Signals (weather/vegetation/terrain/soil) are scattered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Decision support only; respects official warnings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Solution architecture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Input: Open-Meteo ERA5 history + MET Norway forecast (dual-source), NDVI, terrain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Indicator engine: GDD, frost, cold spells, heat, drought, prolonged rain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Model: numpy GBDT compound risk -&gt; transparent rules for suitability &amp; windows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Output: plain-language actions (offline/online)</a:t>
            </a:r>
          </a:p>
        </p:txBody>
      </p:sp>
      <p:sp>
        <p:nvSpPr>
          <p:cNvPr id="6" name="AutoShape 6"/>
          <p:cNvSpPr/>
          <p:nvPr/>
        </p:nvSpPr>
        <p:spPr>
          <a:xfrm>
            <a:off x="8407400" y="1905000"/>
            <a:ext cx="2971800" cy="4394200"/>
          </a:xfrm>
          <a:prstGeom prst="roundRect">
            <a:avLst>
              <a:gd name="adj" fmla="val 598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58" r="158"/>
          <a:stretch>
            <a:fillRect/>
          </a:stretch>
        </p:blipFill>
        <p:spPr>
          <a:xfrm>
            <a:off x="9055100" y="2082800"/>
            <a:ext cx="1676400" cy="4013200"/>
          </a:xfrm>
          <a:prstGeom prst="rect">
            <a:avLst/>
          </a:prstGeom>
          <a:noFill/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Why AI is necessary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A single threshold (e.g. Tmin) misses frost x heat x drought x stage interactions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Held-out 2024-2025: AUC 0.998 / F1 0.85 vs single-threshold 0.78 / 0.50 (weak-label)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Ensemble gives uncertainty; terrain + NDVI give plot-level context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Weak-label evaluation is not field accuracy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64" r="64"/>
          <a:stretch>
            <a:fillRect/>
          </a:stretch>
        </p:blipFill>
        <p:spPr>
          <a:xfrm>
            <a:off x="6451600" y="2311400"/>
            <a:ext cx="4927600" cy="28194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From prediction to decisions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235200"/>
            <a:ext cx="5207000" cy="355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Harvest scheduling + decision-theoretic expected utility (pick/wait/protect)</a:t>
            </a:r>
            <a:endParaRPr lang="en-US" sz="1100"/>
          </a:p>
          <a:p>
            <a:pPr marL="0" indent="0" algn="l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Value loop: expected loss / premium; weather-index insurance (plot-level)</a:t>
            </a:r>
          </a:p>
          <a:p>
            <a:pPr marL="0" indent="0" algn="l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Plot-level frost susceptibility from terrain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Live demo + in-house QA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Live https://teawindow.onrender.com/ ; Static https://eric2007-sudo.github.io/TeaWindow/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In-house QA: ONNX intent + grounded generation + provenance chain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Multi-part questions, JSON/table cross-turn consistency, task reference &amp; memory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Ops loop: 3h refresh + drift check + stale degradation + real DingTalk alerts</a:t>
            </a:r>
          </a:p>
        </p:txBody>
      </p:sp>
      <p:sp>
        <p:nvSpPr>
          <p:cNvPr id="6" name="AutoShape 6"/>
          <p:cNvSpPr/>
          <p:nvPr/>
        </p:nvSpPr>
        <p:spPr>
          <a:xfrm>
            <a:off x="6324600" y="2082800"/>
            <a:ext cx="5080000" cy="3454400"/>
          </a:xfrm>
          <a:prstGeom prst="roundRect">
            <a:avLst>
              <a:gd name="adj" fmla="val 514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05" r="105"/>
          <a:stretch>
            <a:fillRect/>
          </a:stretch>
        </p:blipFill>
        <p:spPr>
          <a:xfrm>
            <a:off x="6451600" y="2209800"/>
            <a:ext cx="4826000" cy="3022600"/>
          </a:xfrm>
          <a:prstGeom prst="rect">
            <a:avLst/>
          </a:prstGeom>
          <a:noFill/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Plot-level: what's new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18796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68400" y="18796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1) Terrain risk map: DEM hillshade + contours/scale/north arrow; live layers (composite/frost/heat/drought, 60s)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7305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1168400" y="27305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2) Click-to-data: any spot -&gt; elevation/slope/aspect + downscaled Tmin/Tmax + risk R + advice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35814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68400" y="35814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3) Printable plot health card: today + 3-day outlook + provenance (save as PDF)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44323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44323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4) Multi-day plot Q&amp;A: 'how to manage this plot for the next N days' -&gt; daily Tmin/Tmax/rain/R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" y="52832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168400" y="52832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5) Multi-station sensors: register any station_id + plot coordinates; markers on the map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How to use: 3 steps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092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Step 1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Open the terrain risk map and pick a layer (composite/frost/heat/drought)</a:t>
            </a:r>
          </a:p>
        </p:txBody>
      </p:sp>
      <p:sp>
        <p:nvSpPr>
          <p:cNvPr id="7" name="AutoShape 7"/>
          <p:cNvSpPr/>
          <p:nvPr/>
        </p:nvSpPr>
        <p:spPr>
          <a:xfrm>
            <a:off x="4368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4648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Step 2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Click any spot: plot data is generated automatically (elevation/aspect/downscaled Tmin-Tmax/risk R/advice)</a:t>
            </a:r>
          </a:p>
        </p:txBody>
      </p:sp>
      <p:sp>
        <p:nvSpPr>
          <p:cNvPr id="9" name="AutoShape 9"/>
          <p:cNvSpPr/>
          <p:nvPr/>
        </p:nvSpPr>
        <p:spPr>
          <a:xfrm>
            <a:off x="7924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8204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Step 3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Ask or export: 'how to manage this plot for 3 days', or open the plot health card to print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" y="53848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4AA8FF">
              <a:alpha val="10000"/>
            </a:srgbClr>
          </a:solidFill>
          <a:ln w="12700" cap="flat" cmpd="sng">
            <a:solidFill>
              <a:srgbClr val="4AA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5384800"/>
            <a:ext cx="9906000" cy="711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Links: /terrain.html | plot card: /plot_report.html?lat=30.2215&amp;lon=120.1000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Validation &amp; roadmap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Spring frost 357 days: Tmin MAE 1.32C (CI 1.21-1.43) vs 2.08C persistence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1/3/7-day MAE 0.49/0.67/0.91C; POD 0.709 / FAR 0 / CSI 0.709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Event backtest 7/7; next: frozen versions + plot sensors + positive/negative field reports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90-day field pilot; decision support only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1" b="11"/>
          <a:stretch>
            <a:fillRect/>
          </a:stretch>
        </p:blipFill>
        <p:spPr>
          <a:xfrm>
            <a:off x="6959600" y="1854200"/>
            <a:ext cx="4445000" cy="4102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Run &amp; compliance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Live: https://teawindow.onrender.com/ ; Static: https://eric2007-sudo.github.io/TeaWindow/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Local: uvicorn src.serve:app ; Offline single-page: web/index.html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Data: Open-Meteo ERA5 history + MET Norway forecast (dual-source), NASA GIBS NDVI, Sentinel-2, DEM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License: code MIT, data/docs CC BY 4.0; decision support only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0" y="1854200"/>
            <a:ext cx="7620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184400"/>
            <a:ext cx="10160000" cy="190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PLACE</a:t>
            </a:r>
            <a:r>
              <a:rPr lang="en-US" sz="3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 -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CLIMATE PROBLEM</a:t>
            </a:r>
            <a:r>
              <a:rPr lang="en-US" sz="3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 -</a:t>
            </a:r>
          </a:p>
          <a:p>
            <a:pPr marL="0" indent="0" algn="ctr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AI SOLUTION</a:t>
            </a:r>
          </a:p>
        </p:txBody>
      </p:sp>
      <p:sp>
        <p:nvSpPr>
          <p:cNvPr id="4" name="AutoShape 4"/>
          <p:cNvSpPr txBox="1"/>
          <p:nvPr/>
        </p:nvSpPr>
        <p:spPr>
          <a:xfrm>
            <a:off x="1016000" y="43180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TeaWindow - bringing AI to real tea gardens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794000" y="5080000"/>
            <a:ext cx="6604000" cy="1397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Live https://teawindow.onrender.com/</a:t>
            </a:r>
            <a:endParaRPr lang="en-US" sz="1100"/>
          </a:p>
          <a:p>
            <a:pPr marL="0" indent="0" algn="ctr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Static https://eric2007-sudo.github.io/TeaWindow/</a:t>
            </a:r>
          </a:p>
          <a:p>
            <a:pPr marL="0" indent="0" algn="ctr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Repo https://github.com/Eric2007-sudo/TeaWindow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1128</Words>
  <Application>Microsoft Office PowerPoint</Application>
  <PresentationFormat>自定义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Inter</vt:lpstr>
      <vt:lpstr>Noto Sans SC</vt:lpstr>
      <vt:lpstr>Arial</vt:lpstr>
      <vt:lpstr>Calibri</vt:lpstr>
      <vt:lpstr>Montserrat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meifang wu</cp:lastModifiedBy>
  <cp:revision>2</cp:revision>
  <dcterms:modified xsi:type="dcterms:W3CDTF">2026-10-24T09:02:50Z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{"Label":"1","ContentProducer":"001191110102MACQD9K64010000","ProduceID":"7697659476745391119","ReservedCode1":"","ContentPropagator":"","PropagateID":"","ReservedCode2":""}</vt:lpwstr>
  </property>
</Properties>
</file>