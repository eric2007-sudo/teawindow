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" y="5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24.10.2026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地块级：演示地形风险图 → 点选任意位置自动生成该点数据 → 生成可打印体检卡 → 追问“未来 3 天怎么管”；说明多站传感器接口。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三步演示：① 打开地形风险图选图层 ② 点任意位置出数据 ③ 点“地块体检卡”打印，或追问“未来 3 天怎么管”；入口在首页顶部“地块风险图”。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3938" y="512763"/>
            <a:ext cx="455612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梅坞采候 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赛道 01 · 气候智能茶园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 dirty="0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面向杭州梅家坞西湖龙井核心产区（30.21°N, 120.10°E）</a:t>
            </a:r>
            <a:endParaRPr lang="en-US" sz="1100" dirty="0"/>
          </a:p>
          <a:p>
            <a:pPr marL="0" indent="0" algn="l">
              <a:lnSpc>
                <a:spcPct val="150000"/>
              </a:lnSpc>
            </a:pPr>
            <a:endParaRPr lang="en-US" sz="1100" dirty="0"/>
          </a:p>
          <a:p>
            <a:pPr marL="0" indent="0" algn="l">
              <a:lnSpc>
                <a:spcPct val="150000"/>
              </a:lnSpc>
            </a:pPr>
            <a:endParaRPr lang="en-US" sz="1100" dirty="0"/>
          </a:p>
          <a:p>
            <a:r>
              <a:rPr dirty="0"/>
              <a:t>• </a:t>
            </a:r>
            <a:r>
              <a:rPr dirty="0" err="1"/>
              <a:t>把「倒春寒</a:t>
            </a:r>
            <a:r>
              <a:rPr dirty="0"/>
              <a:t> × </a:t>
            </a:r>
            <a:r>
              <a:rPr dirty="0" err="1"/>
              <a:t>高温</a:t>
            </a:r>
            <a:r>
              <a:rPr dirty="0"/>
              <a:t> × </a:t>
            </a:r>
            <a:r>
              <a:rPr dirty="0" err="1"/>
              <a:t>干旱」变成可执行的地块级判断</a:t>
            </a:r>
            <a:endParaRPr dirty="0"/>
          </a:p>
          <a:p>
            <a:r>
              <a:rPr dirty="0"/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问题与证据：真实且可核验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约 70% 茶园为早芽、抗旱弱的龙井43号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r>
              <a:t>• 2010 浙江冻害：约 150 万亩、损失约 17 亿元（西湖区近 3 成受冻、推迟约 10 天）</a:t>
            </a:r>
          </a:p>
          <a:p>
            <a:r>
              <a:t>• 2020/2022 西湖区约 5000 亩高温灼伤；2024 杭州高温 60 天（破纪录）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用户与痛点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用户：茶农 / 采茶队 / 合作社 / 茶企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每天三问：今天有风险吗？是什么风险？该采还是该防？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痛点：气象·遥感·土壤·地形信号分散，难以落到地块级行动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边界：决策辅助，需人工复核、以官方预警为准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方案架构：把信号变成行动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输入：Open-Meteo ERA5 历史 + MET Norway 预报（双源互备）· NDVI · 地形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r>
              <a:t>• 指标引擎：积温/霜冻/倒春寒/高温/干旱/连阴雨</a:t>
            </a:r>
          </a:p>
          <a:p>
            <a:r>
              <a:t>• 模型：numpy GBDT 复合风险 → 透明规则采摘适宜度与最佳窗口</a:t>
            </a:r>
          </a:p>
          <a:p>
            <a:r>
              <a:t>• 输出：茶农白话行动建议（离线/在线双形态）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AI 为什么必要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单阈值（如仅 Tmin）无法刻画「霜冻×高温×干旱×物候」交互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r>
              <a:t>• 留出年 2024–2025：AUC 0.998 / F1 0.85 vs 单阈值 0.78 / 0.50（弱标签复现）</a:t>
            </a:r>
          </a:p>
          <a:p>
            <a:r>
              <a:t>• 集合预报给不确定性区间；地形 + NDVI 做地块级解释</a:t>
            </a:r>
          </a:p>
          <a:p>
            <a:r>
              <a:t>• 明确：弱标签 ≠ 田间精度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从预测到决策（新颖点）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采摘调度排班 + 决策论期望效用（抢采 / 等待 / 防护）</a:t>
            </a:r>
            <a:endParaRPr lang="en-US" sz="1100"/>
          </a:p>
          <a:p>
            <a:pPr marL="0" indent="0" algn="l">
              <a:lnSpc>
                <a:spcPct val="158333"/>
              </a:lnSpc>
            </a:pPr>
            <a:endParaRPr lang="en-US" sz="1100"/>
          </a:p>
          <a:p>
            <a:pPr marL="0" indent="0" algn="l">
              <a:lnSpc>
                <a:spcPct val="158333"/>
              </a:lnSpc>
            </a:pPr>
            <a:endParaRPr lang="en-US" sz="1100"/>
          </a:p>
          <a:p>
            <a:r>
              <a:t>• 价值闭环：预期损失 / 保费；天气指数保险（地块级定价）</a:t>
            </a:r>
          </a:p>
          <a:p>
            <a:r>
              <a:t>• 地块级霜冻易感（地形/坡向）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在线演示 + 自研问答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实时 https://teawindow.onrender.com/ ；静态 https://eric2007-sudo.github.io/TeaWindow/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r>
              <a:t>• 自研问答：ONNX 意图 + 事实接地 + 来源链</a:t>
            </a:r>
          </a:p>
          <a:p>
            <a:r>
              <a:t>• 多维复合提问分项作答 · JSON/表格跨轮一致 · 任务引用与记忆</a:t>
            </a:r>
          </a:p>
          <a:p>
            <a:r>
              <a:t>• 运行闭环：3h 刷新 + 漂移检测 + 过期降级 + 告警（钉钉加签真实送达）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地块级落地：新增功能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① 地块风险图：DEM 山体阴影 + 等高线/比例尺/指北针，实时叠加 综合/霜冻/高温/干旱（60s 刷新）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② 点选即生成数据：任意位置 → 海拔/坡度/坡向 + 下推 Tmin/Tmax + 风险 R + 建议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③ 可打印「地块体检卡」：当日风险 + 未来 3 天 + 来源链（可存 PDF）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④ 地块多日问答：问「这块地未来/最近 3 天怎么管」→ 逐日 Tmin/Tmax/雨/R/等级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⑤ 多站传感器：登记任意 station_id + 地块坐标，地图显示站点标记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怎么用：3 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1 步 打开「地块风险图」：选择图层（综合/霜冻/高温/干旱）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2 步 点任意位置：右侧自动生成该点数据（海拔/坡向/下推 Tmin·Tmax/风险 R/建议）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3 步 追问或出卡：点「用问答追问」问「这块地未来 3 天怎么管」，或点「地块体检卡」打印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入口：/terrain.html ｜ 体检卡示例：/plot_report.html?lat=30.2215&amp;lon=120.1000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验证与路线图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春霜 357 天：Tmin MAE 1.32℃(CI 1.21–1.43) vs 持续法 2.08℃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pPr marL="0" indent="0" algn="l">
              <a:lnSpc>
                <a:spcPct val="150000"/>
              </a:lnSpc>
            </a:pPr>
            <a:endParaRPr lang="en-US" sz="1100"/>
          </a:p>
          <a:p>
            <a:r>
              <a:t>• 1/3/7 天 MAE 0.49/0.67/0.91℃；POD 0.709 / FAR 0 / CSI 0.709</a:t>
            </a:r>
          </a:p>
          <a:p>
            <a:r>
              <a:t>• 事件回测 7/7；下一步：冻结版本 + 地块级传感器 + 正/负田间记录</a:t>
            </a:r>
          </a:p>
          <a:p>
            <a:r>
              <a:t>• 90 天真实场景验证计划；决策辅助，不替代官方预警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如何运行与合规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在线：https://teawindow.onrender.com/ ；静态：https://eric2007-sudo.github.io/TeaWindow/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本地：uvicorn src.serve:app ；离线单页：web/index.html 双击即开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数据：Open-Meteo ERA5 历史 + MET Norway 预报（双源）· NASA GIBS NDVI · Sentinel-2 ·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许可：代码 MIT · 数据/文档 CC BY 4.0；决策辅助，不替代官方预警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 · ONE CLIMATE PROBLEM · ONE AI SOLUTION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endParaRPr lang="en-US" sz="1100"/>
          </a:p>
          <a:p>
            <a:pPr marL="0" indent="0" algn="ctr">
              <a:lnSpc>
                <a:spcPct val="125000"/>
              </a:lnSpc>
            </a:pP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梅坞采候 TeaWindow ｜ 让 AI 走进真实茶园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在线 https://teawindow.onrender.com/</a:t>
            </a:r>
            <a:endParaRPr lang="en-US" sz="1100"/>
          </a:p>
          <a:p>
            <a:pPr marL="0" indent="0" algn="ctr">
              <a:lnSpc>
                <a:spcPct val="158333"/>
              </a:lnSpc>
            </a:pPr>
            <a:endParaRPr lang="en-US" sz="1100"/>
          </a:p>
          <a:p>
            <a:pPr marL="0" indent="0" algn="ctr">
              <a:lnSpc>
                <a:spcPct val="158333"/>
              </a:lnSpc>
            </a:pPr>
            <a:endParaRPr lang="en-US" sz="1100"/>
          </a:p>
          <a:p>
            <a:r>
              <a:t>• 静态 https://eric2007-sudo.github.io/TeaWindow/</a:t>
            </a:r>
          </a:p>
          <a:p>
            <a:r>
              <a:t>• 仓库 https://github.com/Eric2007-sudo/TeaWindow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959</Words>
  <Application>Microsoft Office PowerPoint</Application>
  <PresentationFormat>自定义</PresentationFormat>
  <Paragraphs>115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2</cp:revision>
  <dcterms:modified xsi:type="dcterms:W3CDTF">2026-10-24T09:02:39Z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